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B6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взаймы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peer-to-peer аренды вещей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743200" cy="457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Арендуй технику, инструменты и транспорт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людей рядом — без покупки и переплат.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1920240" cy="91440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749040"/>
            <a:ext cx="1920240" cy="91440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749040"/>
            <a:ext cx="1920240" cy="91440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Pure HTML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3749040"/>
            <a:ext cx="1920240" cy="91440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dep.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Внешних библиотек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Зачем покупать, если нужно один раз?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292608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стоимость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Покупать дорогую технику ради разового использования — нерационально.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651760" cy="292608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🏚️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Вещи занимают место, пылятся и теряют ценность после покупки.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51760" cy="292608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единой площадки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Частная аренда у людей неудобна: нет рейтингов, нет поиска, нет доверия.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Взаймы — доска объявлений для аренды вещей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2560320" cy="123444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103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Поиск по категориям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городам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2560320" cy="123444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2103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Карточки объявлений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фото и деталями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2560320" cy="123444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0" y="2103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Профили владельцев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отзывами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2560320" cy="123444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566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Вход по email-коду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паролей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3383280"/>
            <a:ext cx="2560320" cy="123444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3566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Загрузка фото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 в объявление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383280"/>
            <a:ext cx="2560320" cy="123444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3566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Система рейтингов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отзывов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Лендинг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 поиском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Героический блок с УТП и статистикой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5328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Строка поиска: текст + категория + город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30998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Фильтрация по категориям одним кликом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6667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Счётчики: объявлений, категорий, городов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233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Кнопка регистрации/входа в хедере</a:t>
            </a:r>
            <a:endParaRPr lang="en-US" sz="1200" dirty="0"/>
          </a:p>
        </p:txBody>
      </p:sp>
      <p:pic>
        <p:nvPicPr>
          <p:cNvPr id="10" name="Image 0" descr="/home/claude/scree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82880"/>
            <a:ext cx="4937760" cy="47548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reen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5029200" cy="47548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778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фильтрация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577840" y="822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Найти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вещь легко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57784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Поиск по тексту объявления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77840" y="25328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Фильтр по категории и городу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77840" y="30998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Быстрые чипы категорий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36667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Показывает число результатов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77840" y="4233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GET-параметры: bookmarkable URL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Карточки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 деталями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Цена и период аренды крупно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5328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Категория, город, состояние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30998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Превью описания и имя владельца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6667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Сумма залога в карточке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233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Сетка из 4 колонок на десктопе</a:t>
            </a:r>
            <a:endParaRPr lang="en-US" sz="1200" dirty="0"/>
          </a:p>
        </p:txBody>
      </p:sp>
      <p:pic>
        <p:nvPicPr>
          <p:cNvPr id="10" name="Image 0" descr="/home/claude/scree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82880"/>
            <a:ext cx="4937760" cy="47548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без фреймворков — только стандартная библиотека Python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91440" cy="9601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5960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http.server + ThreadingHTTPServer, чистый stdlib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11480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00200"/>
            <a:ext cx="91440" cy="9601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91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75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из stdlib, seed-данные при первом запуске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11480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97480"/>
            <a:ext cx="91440" cy="9601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6596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1729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 генерируются в Python, без JS-фреймворков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411480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697480"/>
            <a:ext cx="91440" cy="9601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1729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для отправки одноразовых кодов входа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411480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94760"/>
            <a:ext cx="91440" cy="9601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86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965960" y="3886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270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HTTP-cookie + токены в БД, TTL 30 дней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411480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94760"/>
            <a:ext cx="91440" cy="9601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86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фото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270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парсер multipart/form-data, UUID-имена файлов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B6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взаймы — готов к запуску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931920" cy="82296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Полноценный CRUD для объявлений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74520"/>
            <a:ext cx="3931920" cy="82296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Система профилей, отзывов и рейтингов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931920" cy="82296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Авторизация по email-коду без паролей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880360"/>
            <a:ext cx="3931920" cy="82296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Поиск и фильтрация по категориям и городам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931920" cy="82296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Загрузка фотографий в объявления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886200"/>
            <a:ext cx="3931920" cy="822960"/>
          </a:xfrm>
          <a:prstGeom prst="rect">
            <a:avLst/>
          </a:prstGeom>
          <a:solidFill>
            <a:srgbClr val="1A2A50"/>
          </a:solidFill>
          <a:ln w="12700">
            <a:solidFill>
              <a:srgbClr val="2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Адаптивный интерфейс, чистый Python, 0 внешних зависимостей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Запуск: python server.py  →  http://127.0.0.1:8000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Взаймы — платформа аренды вещей</dc:title>
  <dc:subject>PptxGenJS Presentation</dc:subject>
  <dc:creator>PptxGenJS</dc:creator>
  <cp:lastModifiedBy>PptxGenJS</cp:lastModifiedBy>
  <cp:revision>1</cp:revision>
  <dcterms:created xsi:type="dcterms:W3CDTF">2026-05-12T16:03:41Z</dcterms:created>
  <dcterms:modified xsi:type="dcterms:W3CDTF">2026-05-12T16:03:41Z</dcterms:modified>
</cp:coreProperties>
</file>